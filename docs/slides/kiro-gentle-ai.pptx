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Bienvenida. Presentarme en una frase y agradecer al AWS Student Builder Group ULEAM y a la ULEAM. Recordar que el registro en Meetup es obligatorio para participar en SpookyThon.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Tres bloques cortos y una demo. Las preguntas van al final o por el chat.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Contar una experiencia propia: pedirle algo a la IA sin contexto y terminar reescribiendo todo. Idea central de la charla: darle al agente un plan y memoria.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Diferenciar un chat de un agente: el agente usa herramientas (archivos, terminal, MCP) y repite el ciclo hasta cumplir el objetivo. Sin contexto, el ciclo gira en vacío.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Transición. Preguntar quién ya instaló Kiro. La promoción es la que apareció en mi cuenta: revisar el precio vigente en kiro.dev antes de la charla, porque puede variar.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la diferencia entre conversar (Vibe) y trabajar con una especificación (Spec). El spec es lo que evita perder el rumbo en tres días.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PRD es Product Requirements Document y TRD es Technical Requirements Document. Mostrar como ejemplo los de Termino, el proyecto de la demo: docs/termino-prd.md y docs/termino-trd.md. Se pueden escribir con ayuda del agente y luego usarlos como entrada del spec o como steering.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tres archivos viven en .kiro/specs dentro del repositorio, así que todo el equipo los ve y los versiona. El humano aprueba cada etapa.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Steering vive en .kiro/steering (product.md, tech.md, structure.md). Hooks: por ejemplo, generar tests al guardar. Powers agrupan herramientas MCP, steering y hooks. Autopilot es cómodo, pero conviene revisar los cambios al final de cada tarea.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Transición. Kiro es la herramienta; Gentle-AI es la forma de trabajar con ella.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Gentle-AI es un configurador de Gentleman Programming. No reemplaza a Kiro: lo configura. El mismo flujo funciona en otros agentes, así el equipo no depende de una sola herramienta. Las siguientes diapositivas abren cada pieza.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SDD es el camino formal para cambios grandes; cada fase la ejecuta un subagente distinto. Relacionarlo con Kiro: requirements, design y tasks equivalen a las fases spec, design y tasks. TDD: cuando existe un test ejecutable y un resultado esperado claro, primero se ve fallar el test, después se implementa y al final se refactoriza.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ODD es el flujo que Gentle-AI aplica a cada pedido, sin que lo pidas. El documento de tareas se guarda en odd/tasks y se copia a Engram. Cada tarea cierra con un commit convencional en una rama de feature. El push y el PR siguen siendo decisión humana.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Remarcar que los tres comparten la misma idea: planear antes de escribir código. El Spec de Kiro vive en .kiro/specs; SDD agrega exploración y propuesta antes, y verificación y archivo después; ODD es lo que Gentle-AI hace siempre, sin que lo pidas, y solo crea un documento de tareas cuando el trabajo es grande.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Engram sobrevive entre sesiones y también cuando el contexto se compacta. Las skills son archivos SKILL.md; el registro vive en .atl/skill-registry.md. CodeGraph responde preguntas de estructura sin leer archivo por archivo.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RDD es receipt-driven development: el usuario lo activa o desactiva con gentle-ai review mode. Aclarar con honestidad que la revisión nativa hoy corre en Claude Code, Codex, OpenCode y Pi; en Kiro se aprovecha el resto del ecosistema. La revisión es informativa: commit, push y PR siguen siendo decisión humana.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Leer la tabla por filas, siguiendo el recorrido de un equipo durante el hackathon.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Tener el entorno ya abierto y una grabación de respaldo por si falla la conexión. Termino es un tablero de tareas en la terminal (TUI) escrito en Go, con Clean Architecture por feature, servidor MCP y widgets para Linux. Abrir docs/termino-prd.md y docs/termino-trd.md, narrar cada paso en voz alta y mostrar los archivos del spec que genera Kiro.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desarrollo es virtual del 26 al 28 de octubre y los proyectos empiezan desde cero. Recomendar que dejen instalados Kiro y Gentle-AI antes del lunes para no perder la primera mañana.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charlas son a las 19:00, virtuales, por Meetup. Recordar el grupo oficial de WhatsApp y que la participación es gratuita para estudiantes de cualquier universidad de Ecuador.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Agradecer por nombre a Trillion Quest, Misa e Inbox, y a la ULEAM y al AWS Student Builder Group ULEAM. Abrir la ronda de preguntas.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09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1000/-home-lesquel-Documentos-trabajo-SpookyThon/118aa47f-b70a-494f-b946-826c5c89abba/scratchpad/build/shots/slide-0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09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1000/-home-lesquel-Documentos-trabajo-SpookyThon/118aa47f-b70a-494f-b946-826c5c89abba/scratchpad/build/shots/slide-0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09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1000/-home-lesquel-Documentos-trabajo-SpookyThon/118aa47f-b70a-494f-b946-826c5c89abba/scratchpad/build/shots/slide-0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09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1000/-home-lesquel-Documentos-trabajo-SpookyThon/118aa47f-b70a-494f-b946-826c5c89abba/scratchpad/build/shots/slide-0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09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1000/-home-lesquel-Documentos-trabajo-SpookyThon/118aa47f-b70a-494f-b946-826c5c89abba/scratchpad/build/shots/slide-0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09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1000/-home-lesquel-Documentos-trabajo-SpookyThon/118aa47f-b70a-494f-b946-826c5c89abba/scratchpad/build/shots/slide-0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09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1000/-home-lesquel-Documentos-trabajo-SpookyThon/118aa47f-b70a-494f-b946-826c5c89abba/scratchpad/build/shots/slide-0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09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1000/-home-lesquel-Documentos-trabajo-SpookyThon/118aa47f-b70a-494f-b946-826c5c89abba/scratchpad/build/shots/slide-0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09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1000/-home-lesquel-Documentos-trabajo-SpookyThon/118aa47f-b70a-494f-b946-826c5c89abba/scratchpad/build/shots/slide-0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09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1000/-home-lesquel-Documentos-trabajo-SpookyThon/118aa47f-b70a-494f-b946-826c5c89abba/scratchpad/build/shots/slide-1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09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1000/-home-lesquel-Documentos-trabajo-SpookyThon/118aa47f-b70a-494f-b946-826c5c89abba/scratchpad/build/shots/slide-1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09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1000/-home-lesquel-Documentos-trabajo-SpookyThon/118aa47f-b70a-494f-b946-826c5c89abba/scratchpad/build/shots/slide-1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09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1000/-home-lesquel-Documentos-trabajo-SpookyThon/118aa47f-b70a-494f-b946-826c5c89abba/scratchpad/build/shots/slide-1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09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1000/-home-lesquel-Documentos-trabajo-SpookyThon/118aa47f-b70a-494f-b946-826c5c89abba/scratchpad/build/shots/slide-1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09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1000/-home-lesquel-Documentos-trabajo-SpookyThon/118aa47f-b70a-494f-b946-826c5c89abba/scratchpad/build/shots/slide-1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09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1000/-home-lesquel-Documentos-trabajo-SpookyThon/118aa47f-b70a-494f-b946-826c5c89abba/scratchpad/build/shots/slide-1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09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1000/-home-lesquel-Documentos-trabajo-SpookyThon/118aa47f-b70a-494f-b946-826c5c89abba/scratchpad/build/shots/slide-1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409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1000/-home-lesquel-Documentos-trabajo-SpookyThon/118aa47f-b70a-494f-b946-826c5c89abba/scratchpad/build/shots/slide-1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409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1000/-home-lesquel-Documentos-trabajo-SpookyThon/118aa47f-b70a-494f-b946-826c5c89abba/scratchpad/build/shots/slide-1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409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1000/-home-lesquel-Documentos-trabajo-SpookyThon/118aa47f-b70a-494f-b946-826c5c89abba/scratchpad/build/shots/slide-2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409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1000/-home-lesquel-Documentos-trabajo-SpookyThon/118aa47f-b70a-494f-b946-826c5c89abba/scratchpad/build/shots/slide-2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Agentes de IA con Kiro + Gentle-AI</dc:title>
  <dc:subject>PptxGenJS Presentation</dc:subject>
  <dc:creator>PptxGenJS</dc:creator>
  <cp:lastModifiedBy>PptxGenJS</cp:lastModifiedBy>
  <cp:revision>1</cp:revision>
  <dcterms:created xsi:type="dcterms:W3CDTF">2026-10-18T00:58:48Z</dcterms:created>
  <dcterms:modified xsi:type="dcterms:W3CDTF">2026-10-18T00:58:48Z</dcterms:modified>
</cp:coreProperties>
</file>